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ns" charset="1" panose="020B0606030504020204"/>
      <p:regular r:id="rId13"/>
    </p:embeddedFont>
    <p:embeddedFont>
      <p:font typeface="Open Sans Bold" charset="1" panose="020B0806030504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308" y="0"/>
            <a:ext cx="17491055" cy="10915641"/>
          </a:xfrm>
          <a:custGeom>
            <a:avLst/>
            <a:gdLst/>
            <a:ahLst/>
            <a:cxnLst/>
            <a:rect r="r" b="b" t="t" l="l"/>
            <a:pathLst>
              <a:path h="10915641" w="17491055">
                <a:moveTo>
                  <a:pt x="0" y="0"/>
                </a:moveTo>
                <a:lnTo>
                  <a:pt x="17491056" y="0"/>
                </a:lnTo>
                <a:lnTo>
                  <a:pt x="17491056" y="10915641"/>
                </a:lnTo>
                <a:lnTo>
                  <a:pt x="0" y="10915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10952" r="0" b="-17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54025" y="3164893"/>
            <a:ext cx="12557622" cy="92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PROYECTO VETERINARIA SAN MARCOS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59601" y="7477760"/>
            <a:ext cx="6472337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NOMBRES: ANDRES ALBORNOZ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DANILO NAVARRO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BENJAMIN LABRIN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8472" y="0"/>
            <a:ext cx="17491055" cy="10915641"/>
          </a:xfrm>
          <a:custGeom>
            <a:avLst/>
            <a:gdLst/>
            <a:ahLst/>
            <a:cxnLst/>
            <a:rect r="r" b="b" t="t" l="l"/>
            <a:pathLst>
              <a:path h="10915641" w="17491055">
                <a:moveTo>
                  <a:pt x="0" y="0"/>
                </a:moveTo>
                <a:lnTo>
                  <a:pt x="17491056" y="0"/>
                </a:lnTo>
                <a:lnTo>
                  <a:pt x="17491056" y="10915641"/>
                </a:lnTo>
                <a:lnTo>
                  <a:pt x="0" y="10915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10952" r="0" b="-17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914400"/>
            <a:ext cx="17889836" cy="608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Problemática</a:t>
            </a:r>
          </a:p>
          <a:p>
            <a:pPr algn="ctr">
              <a:lnSpc>
                <a:spcPts val="7839"/>
              </a:lnSpc>
            </a:pPr>
          </a:p>
          <a:p>
            <a:pPr algn="ctr" marL="842007" indent="-421003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clínica veterinaria no tiene presencia digital.</a:t>
            </a:r>
          </a:p>
          <a:p>
            <a:pPr algn="ctr" marL="842007" indent="-421003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clientes deben acudir físicamente para informarse o agendar.</a:t>
            </a:r>
          </a:p>
          <a:p>
            <a:pPr algn="ctr" marL="842007" indent="-421003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existe un espacio para difundir información o consejos sobre mascotas.</a:t>
            </a:r>
          </a:p>
          <a:p>
            <a:pPr algn="ctr" marL="842007" indent="-421003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Falta un sistema que centralice servicios, contacto y comunicación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8472" y="0"/>
            <a:ext cx="17491055" cy="10915641"/>
          </a:xfrm>
          <a:custGeom>
            <a:avLst/>
            <a:gdLst/>
            <a:ahLst/>
            <a:cxnLst/>
            <a:rect r="r" b="b" t="t" l="l"/>
            <a:pathLst>
              <a:path h="10915641" w="17491055">
                <a:moveTo>
                  <a:pt x="0" y="0"/>
                </a:moveTo>
                <a:lnTo>
                  <a:pt x="17491056" y="0"/>
                </a:lnTo>
                <a:lnTo>
                  <a:pt x="17491056" y="10915641"/>
                </a:lnTo>
                <a:lnTo>
                  <a:pt x="0" y="10915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10952" r="0" b="-17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00823" y="1779470"/>
            <a:ext cx="13800832" cy="600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</a:p>
          <a:p>
            <a:pPr algn="ctr">
              <a:lnSpc>
                <a:spcPts val="951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Crear un sitio web responsivo con HTML, CSS y JavaScript.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Incluir secciones: Home, Servicios, Nosotros, Blogs y Contacto.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Formularios con validación para agendar citas y enviar consultas.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Mockups en Figma para definir la interfaz antes de programar.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Trabajo colaborativo en GitHub para control de versiones.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3272" y="304800"/>
            <a:ext cx="17491055" cy="10915641"/>
          </a:xfrm>
          <a:custGeom>
            <a:avLst/>
            <a:gdLst/>
            <a:ahLst/>
            <a:cxnLst/>
            <a:rect r="r" b="b" t="t" l="l"/>
            <a:pathLst>
              <a:path h="10915641" w="17491055">
                <a:moveTo>
                  <a:pt x="0" y="0"/>
                </a:moveTo>
                <a:lnTo>
                  <a:pt x="17491056" y="0"/>
                </a:lnTo>
                <a:lnTo>
                  <a:pt x="17491056" y="10915641"/>
                </a:lnTo>
                <a:lnTo>
                  <a:pt x="0" y="10915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10952" r="0" b="-17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19705"/>
            <a:ext cx="7299921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Funcionales: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Registro de usuarios.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Agenda de citas.</a:t>
            </a:r>
          </a:p>
          <a:p>
            <a:pPr algn="ctr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Publicación y lectura d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blogs.</a:t>
            </a:r>
          </a:p>
          <a:p>
            <a:pPr algn="ctr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Carrito de compras simulado.</a:t>
            </a:r>
          </a:p>
          <a:p>
            <a:pPr algn="ctr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Validación de formularios con JS.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467200" y="645405"/>
            <a:ext cx="450393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48800" y="2077085"/>
            <a:ext cx="7299921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funcionales: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Rendimiento: carga rápida (&lt;2 segundos).</a:t>
            </a:r>
          </a:p>
          <a:p>
            <a:pPr algn="ctr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Seguridad: H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TTPS y validación de datos.</a:t>
            </a:r>
          </a:p>
          <a:p>
            <a:pPr algn="ctr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Fiabilidad: disponibilidad mínima del 99%.</a:t>
            </a:r>
          </a:p>
          <a:p>
            <a:pPr algn="ctr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Mantenibilidad: código modular y documentado.</a:t>
            </a:r>
          </a:p>
          <a:p>
            <a:pPr algn="ctr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Portabilidad: compatible con PC y móviles.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91055" cy="10915641"/>
          </a:xfrm>
          <a:custGeom>
            <a:avLst/>
            <a:gdLst/>
            <a:ahLst/>
            <a:cxnLst/>
            <a:rect r="r" b="b" t="t" l="l"/>
            <a:pathLst>
              <a:path h="10915641" w="17491055">
                <a:moveTo>
                  <a:pt x="0" y="0"/>
                </a:moveTo>
                <a:lnTo>
                  <a:pt x="17491055" y="0"/>
                </a:lnTo>
                <a:lnTo>
                  <a:pt x="17491055" y="10915641"/>
                </a:lnTo>
                <a:lnTo>
                  <a:pt x="0" y="10915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10952" r="0" b="-17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112655"/>
            <a:ext cx="18288000" cy="509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Mockups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Mockup 1: Página principal con menú superior y banner.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Mockup 2: Formulario de contacto con validación. (Aquí ins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ertas tus diseños de Figma como imágenes en las diapositivas).</a:t>
            </a:r>
          </a:p>
          <a:p>
            <a:pPr algn="ctr">
              <a:lnSpc>
                <a:spcPts val="8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400" y="152400"/>
            <a:ext cx="17491055" cy="10915641"/>
          </a:xfrm>
          <a:custGeom>
            <a:avLst/>
            <a:gdLst/>
            <a:ahLst/>
            <a:cxnLst/>
            <a:rect r="r" b="b" t="t" l="l"/>
            <a:pathLst>
              <a:path h="10915641" w="17491055">
                <a:moveTo>
                  <a:pt x="0" y="0"/>
                </a:moveTo>
                <a:lnTo>
                  <a:pt x="17491055" y="0"/>
                </a:lnTo>
                <a:lnTo>
                  <a:pt x="17491055" y="10915641"/>
                </a:lnTo>
                <a:lnTo>
                  <a:pt x="0" y="10915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10952" r="0" b="-17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98874" y="304800"/>
            <a:ext cx="13290253" cy="616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Gestión del proyecto</a:t>
            </a:r>
          </a:p>
          <a:p>
            <a:pPr algn="ctr">
              <a:lnSpc>
                <a:spcPts val="8400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Uso de GitHub para trabajo colaborativo.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Commits con mensajes claros.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Distribución de tareas entre integrantes.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Documentación en ERS (Especificación de Requisitos de Softwar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e).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Uso de Figma para prototipado y planificación visual.</a:t>
            </a:r>
          </a:p>
          <a:p>
            <a:pPr algn="ctr">
              <a:lnSpc>
                <a:spcPts val="8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91055" cy="10915641"/>
          </a:xfrm>
          <a:custGeom>
            <a:avLst/>
            <a:gdLst/>
            <a:ahLst/>
            <a:cxnLst/>
            <a:rect r="r" b="b" t="t" l="l"/>
            <a:pathLst>
              <a:path h="10915641" w="17491055">
                <a:moveTo>
                  <a:pt x="0" y="0"/>
                </a:moveTo>
                <a:lnTo>
                  <a:pt x="17491055" y="0"/>
                </a:lnTo>
                <a:lnTo>
                  <a:pt x="17491055" y="10915641"/>
                </a:lnTo>
                <a:lnTo>
                  <a:pt x="0" y="10915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10952" r="0" b="-17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66838" y="962025"/>
            <a:ext cx="14725452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Conclusión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proyecto permitió aplicar conocimientos de H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TML, CSS, JS y GitHub.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logró un sistema web básico para la clínica veterinaria.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cumplió con los requisitos funcionales y no funcionales.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adquirió experiencia en trabajo colaborativo y documentación técnica.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Futuro: integrar pagos online y sistema de inventario.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DAHUqjtMHpc</dc:identifier>
  <dcterms:modified xsi:type="dcterms:W3CDTF">2011-08-01T06:04:30Z</dcterms:modified>
  <cp:revision>1</cp:revision>
  <dc:title>PROYECTO VETERINARIA SAN MARCOS</dc:title>
</cp:coreProperties>
</file>